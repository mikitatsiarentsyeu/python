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335" r:id="rId5"/>
    <p:sldId id="337" r:id="rId6"/>
    <p:sldId id="338" r:id="rId7"/>
    <p:sldId id="34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94" autoAdjust="0"/>
  </p:normalViewPr>
  <p:slideViewPr>
    <p:cSldViewPr snapToGrid="0">
      <p:cViewPr varScale="1">
        <p:scale>
          <a:sx n="91" d="100"/>
          <a:sy n="91" d="100"/>
        </p:scale>
        <p:origin x="322" y="72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2/10/2025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ocs.github.com/en/get-started/using-github/github-flow" TargetMode="Externa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</p:spPr>
        <p:txBody>
          <a:bodyPr/>
          <a:lstStyle/>
          <a:p>
            <a:r>
              <a:rPr lang="en-US" dirty="0"/>
              <a:t>Lesson 2 – </a:t>
            </a:r>
            <a:r>
              <a:rPr lang="en-US" dirty="0" err="1"/>
              <a:t>Github</a:t>
            </a:r>
            <a:r>
              <a:rPr lang="en-US" dirty="0"/>
              <a:t> flow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546227-E3E5-577B-8B95-1BA10AE85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 IRL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4EF7AA-EBAD-1225-85F0-53B3F1C6F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a typeface="Jura" pitchFamily="2" charset="0"/>
              </a:rPr>
              <a:t>development, </a:t>
            </a:r>
            <a:r>
              <a:rPr lang="en-US" sz="2000" dirty="0" err="1">
                <a:ea typeface="Jura" pitchFamily="2" charset="0"/>
              </a:rPr>
              <a:t>devops</a:t>
            </a:r>
            <a:r>
              <a:rPr lang="en-US" sz="2000" dirty="0">
                <a:ea typeface="Jura" pitchFamily="2" charset="0"/>
              </a:rPr>
              <a:t> and </a:t>
            </a:r>
            <a:r>
              <a:rPr lang="en-US" sz="2000" dirty="0" err="1">
                <a:ea typeface="Jura" pitchFamily="2" charset="0"/>
              </a:rPr>
              <a:t>qa</a:t>
            </a:r>
            <a:r>
              <a:rPr lang="en-US" sz="2000" dirty="0">
                <a:ea typeface="Jura" pitchFamily="2" charset="0"/>
              </a:rPr>
              <a:t> engineers are using at least one git repository for collaboration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a typeface="Jura" pitchFamily="2" charset="0"/>
              </a:rPr>
              <a:t>everybody’s making mistakes and code-blocking each other, the work requires some additional control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a typeface="Jura" pitchFamily="2" charset="0"/>
              </a:rPr>
              <a:t>the options are either oversee each step of each team member or establish a simple and unambiguous process of collaboration, usually called a flow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93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CEE03E-C939-0E3B-5612-FC8E192B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Github</a:t>
            </a:r>
            <a:r>
              <a:rPr lang="en-US" dirty="0"/>
              <a:t> flow</a:t>
            </a:r>
            <a:br>
              <a:rPr lang="en-US" dirty="0"/>
            </a:br>
            <a:r>
              <a:rPr lang="en-US" sz="1100" dirty="0">
                <a:hlinkClick r:id="rId2"/>
              </a:rPr>
              <a:t>https://docs.github.com/en/get-started/using-github/github-flow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D58D2D-0727-2010-7253-260F38B7DB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switch to master and pull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a new branch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make some changes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pull request (PR)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wait for a review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address comments, rework in the same branch (hence, same PR)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merge approved PR or wait for the owner to merge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20CEC-4381-B60D-59B7-1E74BF9D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688EFA-FAB4-BD4E-CF74-E5E58AE790C0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963" y="2080760"/>
            <a:ext cx="6767512" cy="379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085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F31F4-A7C8-AC69-C0A8-3674E0264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8B47C7-657A-2CC6-6680-E2F036FC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repo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DB84D-A9E8-E517-CA27-8740ADC93C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 link</a:t>
            </a:r>
          </a:p>
          <a:p>
            <a:r>
              <a:rPr lang="en-US" dirty="0"/>
              <a:t>everybody should be a collaborator (ping me to add you)</a:t>
            </a:r>
          </a:p>
          <a:p>
            <a:r>
              <a:rPr lang="en-US" dirty="0"/>
              <a:t>everybody works in the one repo, no forks!</a:t>
            </a:r>
          </a:p>
          <a:p>
            <a:r>
              <a:rPr lang="en-US" dirty="0"/>
              <a:t>nobody except for the owner has rights to push in master, you can try, but it will result in error, don’t worry, it’s normal; just work according to the GitHub flow</a:t>
            </a:r>
          </a:p>
        </p:txBody>
      </p:sp>
    </p:spTree>
    <p:extLst>
      <p:ext uri="{BB962C8B-B14F-4D97-AF65-F5344CB8AC3E}">
        <p14:creationId xmlns:p14="http://schemas.microsoft.com/office/powerpoint/2010/main" val="358057257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5040CA-20CC-43C6-BC0C-8D8696B6AF89}">
  <ds:schemaRefs>
    <ds:schemaRef ds:uri="http://schemas.microsoft.com/sharepoint/v3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www.w3.org/XML/1998/namespace"/>
    <ds:schemaRef ds:uri="230e9df3-be65-4c73-a93b-d1236ebd677e"/>
    <ds:schemaRef ds:uri="http://purl.org/dc/elements/1.1/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{1A5FCCC0-B757-4F41-B31B-E2BEB23560AF}tf16411248_win32</Template>
  <TotalTime>58</TotalTime>
  <Words>190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Avenir Next LT Pro Light</vt:lpstr>
      <vt:lpstr>Calibri</vt:lpstr>
      <vt:lpstr>Jura</vt:lpstr>
      <vt:lpstr>Posterama</vt:lpstr>
      <vt:lpstr>Custom</vt:lpstr>
      <vt:lpstr>Lesson 2 – Github flow</vt:lpstr>
      <vt:lpstr>How it works IRL</vt:lpstr>
      <vt:lpstr>Github flow https://docs.github.com/en/get-started/using-github/github-flow</vt:lpstr>
      <vt:lpstr>OUR repo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Mikita Tsiarentsyeu</dc:creator>
  <cp:lastModifiedBy>Mikita Tsiarentsyeu</cp:lastModifiedBy>
  <cp:revision>5</cp:revision>
  <dcterms:created xsi:type="dcterms:W3CDTF">2025-02-09T14:49:04Z</dcterms:created>
  <dcterms:modified xsi:type="dcterms:W3CDTF">2025-02-10T07:28:56Z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